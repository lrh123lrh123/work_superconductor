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这节课把上一课的 BCS 平均场转为可求本征值的 BdG 矩阵。第一课从相互作用得到温度依赖能隙，第二课暂时把能隙作为输入，研究激发与空间谱权重。强调教学模型和真实材料的区别。本课并未求解自洽、输运或拓扑不变量，也不能输出 Al 的临界温度。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建议分三次学习，每次先做预测再运行代码。第一步手算最小矩阵与相干因子，第二步搭建链并用解析谱校验，第三步学习局域态密度的投影权重。配套详细教程提供推导与答案，Notebook 的八格代码已实际执行。不要只看课件或只运行脚本，把基底、单位和局限写成自己的记录。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本课的 Δ 是指定配对场而非计算结果。矩阵只有正常态跃迁、化学势、标量势和 on-site 单态配对，没有相互作用方程、温度自洽、磁场或自旋轨道耦合。开放边界和粒子–空穴结构都不等于拓扑。链是数值教学工具，不能据此断言真实一维体系有有限温长程超导序。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将跃迁能 J 作为统一能量单位，J=1。化学势、能隙、局部势和 LDOS 展宽均以 J 度量。格点间距取一，不代表具体材料长度。默认 N=48，矩阵是 96 维。eta 是可控谱展宽，不等于 QE 的 degauss，也没有从微观散射理论求得寿命。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本课基底上半部分是自旋向上电子，下半部分是自旋向下空穴，组成自旋单态的约化块。不是给单个无自旋费米子写 on-site 配对。费米反对称性约束无自旋配对，Kitaev 链一般采用格点间 p 波配对。完整自旋 Nambu 空间还有相应另一块，比较文献必须先对齐基底和计数。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沿用第一课的配对负号约定。矩阵左上为 xi，右下为负 xi，非对角配对项必须互为复共轭以保持厄米性。整体负号可通过相位约定变化，不能仅看一个元素判定文献错误。Python 中本征矢储存在列，eigh 返回排序的实本征值。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先求行列式再用计算机。特征方程为 E 平方减 xi 平方减配对幅值平方等于零，得到正负准粒子谱。xi 为零时最低正能是配对幅值，而两个分支间距是两倍幅值。例子 xi=0.6、delta=0.25 给出正负 0.65。排序后正常态极限是正负绝对 xi。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图由配套 run_bdg.py 生成，并逐点与解析结果对比。实线是数值正负准粒子分支，空心点是解析结果。相干因子在下一页及 Notebook 中单独学习。加倍的 Nambu 描述不是新增加独立电子能带。观察到均匀能隙，只说明输入 delta 后这个平均场模型呈现相应激发谱，不能反推配对起源。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正能态的电子权重为二分之一乘一加 xi 除 E，空穴权重为互补量。远离费米面接近纯电子或空穴，在费米面各占一半。这是激发态的 Nambu 投影权重，不是实际电子数减半。数值测试直接比较本征矢电子分量与解析式，避免只比较本征值。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最近邻矩阵元为负 J，对角为局部势减化学势。先把正常态链写正确，再加入配对，错误更易定位。图只展示六个格点的示意，不表示实际计算只有六点。真实默认 N=48。代码限制 N 至少为三，避免两格点周期环重复键计数的约定歧义。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周期链额外连接首尾，允许波数为二 pi m 除 N。开放链是站波，波数为 pi m 除 N 加一。两种情况下均匀配对都可用正常态解析能量生成 BdG 谱。有限采样通常不会正好覆盖费米点，因此最低正能可能大于 delta。两个边界谱不同本身不是算法错误。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h 和配对对角矩阵 D 分别建立，再使用 NumPy block 组装四块。下右块是负 h 的复共轭，下左是负 D 的厄米共轭。这些共轭和负号不能随意删除。均匀 delta 时 D 与正常态变换相容，可逐模式与解析二乘二问题比较。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在案例目录运行，导入 bdg_chain 与解析谱。用 eigh 求本征对，比较排序的本征值。接着检查 H 乘 V 与 V 按列乘 E 的差，这直接判断本征方程。不要仅凭曲线美观或出现能隙判断正确。详细教程给出环境安装命令，Notebook 已按顺序执行。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解析比较是独立基准，不是把同一算法的输出重复画一遍。PBC 与 OBC 各自比较自己的允许波数。对默认案例，两种最大误差约一点七八乘十的负十五次方，接近双精度舍入量级。不同平台的最后一位可能不同，因此测试使用合理容差。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正确性分层检查。第一看矩阵是否厄米，第二看本征方程残差与正交归一，第三看电子投影完备性。仅有正负能谱成对不足以保证实现正确，因为错误的块也可能巧合成对。本课单自旋电子投影每格点求和应为一，不是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这里必须强调约化单态块的表示。反幺正 C 为 tau y 乘复共轭，平方负一。这不代表任何完整 BdG 描述都使用相同平方值。无自旋 tau x K 不能直接放进本课的矩阵检查。改变 Nambu 基底时 H 和对称算符必须一起变换；数值测试包含空间变化的复 delta。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本课选择全部二 N 本征态求和一次的电子投影公式，洛伦兹核积分为一。eta 是绘图参数，不能自动解释成散射寿命。有限能量窗口会漏掉尾部，积分小于一不一定有错误。单自旋电子 LDOS 在正负能不必对称，即使总 BdG 本征谱成对。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全谱电子投影与只对正能态求和的 u 和 v 公式等价，在本课无零模并满足对应配对结构时成立。两种不能同时用，否则重复计数。完整两自旋 DOS 的二倍因子只在本课自旋对称条件下适用，不能乘进单自旋权重检查。若有零模，需要单独处理而不是机械筛掉零能。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开放边界的站波使边缘与中心局部权重不同，不能只看全局本征值理解空间结构。图的 eta 固定为零点零四，gap 内小尾部来自洛伦兹展宽，不对应新本征态。默认最低正能约零点二五六，大于输入零点二五，属于离散波数未正好到费米点的有限尺寸效应。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左图固定展宽改变尺寸，右图固定尺寸改变展宽。两个变量一次只能改变一个，避免把平滑的原因误判为收敛。较小 eta 暴露有限尺寸离散峰，较大 eta 可把 gap 曲线填平。最低正能随 N 未必严格单调，因为波数与费米点的匹配会变化。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中心自旋无关势为二 J，delta 仍固定且均匀。实对称正常态 h 可对角化，而 delta 单位矩阵保持形式，所以每个正常态能级 epsilon 仍给出正负根号 epsilon 平方加 delta 平方。这个模型中不存在绝对能量小于 delta 的本征值，也没有磁性 Shiba 或 Majorana 零模。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明确禁止几种常见推断。开放边界不等于拓扑，粒子–空穴结构是 BdG 描述的一部分，也不等于 Majorana 证据。gap 内曲线尾部需要先看本征值和展宽。标量杂质与磁交换不同，本课不构成自洽无序体系 Anderson 定理的证明。微观机制需要额外实验或相互作用计算证据。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学习计算要留输入、版本、结果和判断依据。先固定模型和单位，再运行测试与结果脚本，把 Notebook 实际执行输出存档。改变参数时使用独立记录，说明只变了什么。最后写出能证实与不能证实的事项。脚本成功只是技术运行完成，学习验收还包括独立推导和解释。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本页列的是已执行结果，不是预期值。十一项单元测试覆盖解析谱、相干因子、边界、对称结构、正常态和全局相位极限、权重与非法输入。Notebook 八格已执行。数值误差接近双精度舍入水平；这些只验证指定模型实现，不能跨越到真实材料机制结论。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这页练习在详细教程有参考答案，但建议先独立完成。正常态极限检查谱，化学势变化检查电子投影对称性，尺寸和展宽分开扫描检查误差来源。最后解释标量杂质不造 gap 内态和不能输出 Tc 的原因。完成一页记录比增加十个未经验证的复杂功能更有学习价值。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 BdG 输入配对场研究空间谱，右边材料计算从结构、电子态和声子得到电子–声子耦合，之后求 Eliashberg。Al 截断能扫描是材料数值准备，不是 BdG 对真实 Al 的预测。两条路线可在低能模型和材料参数化阶段联系，但需要明确映射与近似，不能把同名字母直接代入。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本次在 IQ 集群通过 HostBridge 路径完成五组 SCF，四 MPI，状态 completed，退出零，耗时十八秒。固定 ecutrho 六百四十 Ry、八立方 k 网格、mv 展宽零点零二 Ry 和结构。只改变 ecutwfc。原始日志与输入哈希已回收；赝势不在仓库再分发。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默认目标一 meV 每原子，最低已测试点三十 Ry 满足与八十 Ry 的差值及所有更高测试点条件。但八十 Ry 不是真值，ecutrho、k 网格和展宽仍未独立验证。图同时显示应力为独立观测量。本次固定几何压力约负八 kbar，不能声称零压平衡结构。较严格零点一 meV 目标则候选为六十 Ry。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优先完成 BdG 独立练习。模型路线的下一阶段要推导相互作用、温度和填充约束，再写自洽循环与混合、残差和自由能判断。材料路线先测试 k 网格与展宽，再检查 ecutrho 和几何，随后有限 q 声子与 EPC。文献路线只选一个原始图表，明确参数和误差，不把本次解析基准标成原论文完全复现。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本课文字、代码、图和课件为原创教学材料，不直接复制未获授权的教材章节或讲义。来源页指向 BCS 原始论文、Kwant 官方教程和 QE、EPW 官方文档。仓库已有 MIT 开放教材继续保留自己的许可与来源记录。本课可作为后续独立文献复现的数值基础，但没有完成任何原始研究图表的定量对比。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EC9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BCS 到 BdG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Bogoliubov–de Gennes · spectrum, boundaries and LDOS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超导理论与计算入门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固定均匀 s 波 · 自旋单态约化块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→ 代码 → 解析验证 → 物理解读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10424160" y="3977640"/>
            <a:ext cx="731520" cy="73152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72600" y="3977640"/>
            <a:ext cx="731520" cy="731520"/>
          </a:xfrm>
          <a:prstGeom prst="ellipse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第二套学习包 / 30 页 / 代码与已执行 Notebook 配套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先形成一个小闭环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sequence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828800"/>
            <a:ext cx="82296" cy="31089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手推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 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±E 与相干因子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基底和单位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15968" y="182880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5968" y="1828800"/>
            <a:ext cx="82296" cy="31089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搭建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44568" y="288036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正常态 h → BdG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PBC 与 OBC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解析与残差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037576" y="182880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37576" y="1828800"/>
            <a:ext cx="82296" cy="31089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66176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解释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266176" y="288036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单自旋 LDOS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尺寸和谱展宽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杂质与局限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验收不是“画出能隙”，而是能解释每个符号、检查和近似。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Δ，而不是预测 Tc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and non-goals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82296" cy="33832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本课包含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 s 波能谱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边界与站波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Δ 的标量杂质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1828800"/>
            <a:ext cx="82296" cy="33832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本课不包含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400800" y="288036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自洽 Δ(T) 与 Tc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 EPC 与输运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拓扑不变量 / Majorana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BdG 是平均场描述方式，不是新的微观配对机制。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每个参数先写单位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Symbols and units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3931920"/>
        </p:xfrm>
        <a:graphic>
          <a:graphicData uri="http://schemas.openxmlformats.org/drawingml/2006/table">
            <a:tbl>
              <a:tblPr/>
              <a:tblGrid>
                <a:gridCol w="1005840"/>
                <a:gridCol w="4572000"/>
                <a:gridCol w="53949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英文概念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默认值 / 含义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hopping amplitude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1；能量单位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chemical potential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−0.5 J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pairing field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J；外部输入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number of sites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48；矩阵维数 2N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Lorentzian broadening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 J；绘图谱展宽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参数同名，不表示可直接替换成 DFT 输出。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Nambu 基底决定矩阵含义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 spin-singlet Nambu basis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029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82296" cy="24688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 sector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c₁↑  …  cN↑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上半部分 N 个分量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029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82296" cy="24688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103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空穴 sector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355080" y="28803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c₁↓†  …  cN↓†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下半部分 N 个分量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7240" y="4663440"/>
            <a:ext cx="10515600" cy="96012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48920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Ψ = (c₁↑ … cN↑ , c₁↓† … cN↓†)ᵀ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最小矩阵：电子与空穴混合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2 × 2 BdG block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07040" cy="114300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H(ξ) = [ ξ , −Δ ; −Δ* , −ξ ]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77240" y="352044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520440"/>
            <a:ext cx="82296" cy="20116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正常态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05840" y="4572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是相对 μ 的能量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Δ=0 时两块分离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26480" y="352044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520440"/>
            <a:ext cx="82296" cy="20116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配对项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355080" y="4572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复数共轭不能省略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本课负号与 BCS 一致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手推能谱，再做数值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 eigenvalues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det(H − EI) = E² − ξ² − |Δ|² = 0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383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E± = ±√(ξ² + |Δ|²)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5156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= 0.6 J，Δ = 0.25 J  →  E = ±0.65 J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ξ=0 时正能为 |Δ|；正负分支的间距为 2|Δ|。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开隙不是“多一条能带”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Quasiparticle spectrum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3_bdg_uniform\results\momentum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560" y="1508760"/>
            <a:ext cx="7010400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本征值与解析式的最大误差：8.88 × 10⁻¹⁶ J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相干因子：权重随 ξ 转换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Coherence factors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|u|² = (1 + ξ/E)/2     |v|² = (1 − ξ/E)/2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3474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246120"/>
            <a:ext cx="82296" cy="214884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≫ |Δ|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正能态接近电子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|u|² → 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70832" y="3246120"/>
            <a:ext cx="3474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70832" y="3246120"/>
            <a:ext cx="82296" cy="214884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= 0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599432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 / 空穴各一半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|u|² = |v|² = 1/2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01584" y="3246120"/>
            <a:ext cx="3474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01584" y="3246120"/>
            <a:ext cx="82296" cy="214884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0184" y="3520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≪ −|Δ|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330184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正能态接近空穴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|v|² → 1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ξ=0.6，Δ=0.25 → 正能电子权重约 0.961538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先搭正常态链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Nearest-neighbor tight-binding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07040" cy="100584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hᵢⱼ = −J(δᵢ,ⱼ₊₁ + δᵢ,ⱼ₋₁) + (Uᵢ − μ)δᵢⱼ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14300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44168" y="38404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6712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95728" y="38404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47288" y="38404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7024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498848" y="38404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4924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550408" y="38404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6576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73368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8288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−J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49808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Uᵢ − μ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on-site energy</a:t>
            </a:r>
            <a:endParaRPr lang="en-US" sz="2500" dirty="0"/>
          </a:p>
        </p:txBody>
      </p:sp>
      <p:sp>
        <p:nvSpPr>
          <p:cNvPr id="28" name="Shape 25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密集矩阵：约 O(N³) 时间、O(N²) 内存；练习 N=24–96。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边界改变允许波数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Periodic vs open boundary conditions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4300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44168" y="260604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456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6712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395728" y="260604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1868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47288" y="260604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7024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98848" y="260604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4924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550408" y="260604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242316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3368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325880" y="2011680"/>
            <a:ext cx="5257800" cy="0"/>
          </a:xfrm>
          <a:prstGeom prst="line">
            <a:avLst/>
          </a:prstGeom>
          <a:noFill/>
          <a:ln w="25400">
            <a:solidFill>
              <a:srgbClr val="C55B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25880" y="2011680"/>
            <a:ext cx="0" cy="411480"/>
          </a:xfrm>
          <a:prstGeom prst="line">
            <a:avLst/>
          </a:prstGeom>
          <a:noFill/>
          <a:ln w="25400">
            <a:solidFill>
              <a:srgbClr val="C55B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2011680"/>
            <a:ext cx="0" cy="411480"/>
          </a:xfrm>
          <a:prstGeom prst="line">
            <a:avLst/>
          </a:prstGeom>
          <a:noFill/>
          <a:ln w="25400">
            <a:solidFill>
              <a:srgbClr val="C55B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PBC：首尾相连</a:t>
            </a:r>
            <a:endParaRPr lang="en-US" sz="2300" dirty="0"/>
          </a:p>
        </p:txBody>
      </p:sp>
      <p:sp>
        <p:nvSpPr>
          <p:cNvPr id="28" name="Shape 25"/>
          <p:cNvSpPr/>
          <p:nvPr/>
        </p:nvSpPr>
        <p:spPr>
          <a:xfrm>
            <a:off x="114300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556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344168" y="42976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456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6712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395728" y="42976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4612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1868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447288" y="42976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9768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7024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498848" y="42976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4924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2180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550408" y="4297680"/>
            <a:ext cx="850392" cy="0"/>
          </a:xfrm>
          <a:prstGeom prst="line">
            <a:avLst/>
          </a:prstGeom>
          <a:noFill/>
          <a:ln w="31750">
            <a:solidFill>
              <a:srgbClr val="117E8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4114800"/>
            <a:ext cx="365760" cy="365760"/>
          </a:xfrm>
          <a:prstGeom prst="ellipse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7336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4066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OBC：有限站波</a:t>
            </a:r>
            <a:endParaRPr lang="en-US" sz="2300" dirty="0"/>
          </a:p>
        </p:txBody>
      </p:sp>
      <p:sp>
        <p:nvSpPr>
          <p:cNvPr id="46" name="Text 43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PBC  kₘ=2πm/N     OBC  kₘ=πm/(N+1)</a:t>
            </a:r>
            <a:endParaRPr lang="en-US" sz="2400" dirty="0"/>
          </a:p>
        </p:txBody>
      </p:sp>
      <p:sp>
        <p:nvSpPr>
          <p:cNvPr id="47" name="Shape 4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ξₘ = −2J cos(kₘ) − μ；允许波数不同，最低正能可能高于 Δ。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block 组装实空间矩阵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Real-space BdG Hamiltonian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1645920"/>
            <a:ext cx="10515600" cy="91440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8745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diag(Δ₁, …, ΔN)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371600" y="2971800"/>
            <a:ext cx="4572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2971800"/>
            <a:ext cx="82296" cy="15087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200" y="3246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左上 / 右上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6002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      /       −D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17920" y="2971800"/>
            <a:ext cx="4572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971800"/>
            <a:ext cx="82296" cy="15087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246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 / 右下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4652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−D†     /       −h*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728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矩阵维数 2N；本课通常令 Δᵢ = Δ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代码入口只有几行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reproducible minimum example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10698480" cy="3611880"/>
          </a:xfrm>
          <a:prstGeom prst="roundRect">
            <a:avLst/>
          </a:prstGeom>
          <a:solidFill>
            <a:srgbClr val="183B3C"/>
          </a:solidFill>
          <a:ln w="12700">
            <a:solidFill>
              <a:srgbClr val="183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0116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bdg_chain(48, mu=-0.5, delta=0.25)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e, v = np.linalg.eigh(H)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= analytic_chain_spectrum(48, mu=-0.5)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np.max(abs(e - ref)) &lt; 1e-12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= np.max(abs(H @ v - v * e))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同目录 bdg.py / test_bdg.py / run_bdg.py / 已执行 Notebook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两种边界，都要对照解析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Numerical vs analytic chain spectra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3_bdg_uniform\results\chain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560" y="1508760"/>
            <a:ext cx="9550400" cy="4297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PBC 与 OBC 的最大解析误差均约 1.78 × 10⁻¹⁵ J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三个检查，约束物理解读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Hermiticity, residuals and completeness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82296" cy="31089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H†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错误常在共轭或负号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82296" cy="310896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本征对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9432" y="288036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HV = V diag(E)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V†V = 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82296" cy="31089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30184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电子权重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30184" y="288036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Σν |uᵢν|² =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单自旋、每格点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额外检查 ±E 成对、Δ=0 极限、整体相位不变性。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粒子–空穴算符随基底改变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Particle–hole structure in the reduced block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(τᵧ ⊗ I) K     C² = −1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3832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pPr algn="ctr" indent="0" marL="0">
              <a:buNone/>
            </a:pPr>
            <a:r>
              <a:rPr lang="en-US" sz="36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36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H* U</a:t>
            </a:r>
            <a:pPr algn="ctr" indent="0" marL="0">
              <a:buNone/>
            </a:pPr>
            <a:r>
              <a:rPr lang="en-US" sz="36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pPr algn="ctr" indent="0" marL="0">
              <a:buNone/>
            </a:pPr>
            <a:r>
              <a:rPr lang="en-US" sz="36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† = −H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适用本课自旋单态约化块；不要混用无自旋 τₓK。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LDOS：只看电子投影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density of states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691640"/>
            <a:ext cx="10607040" cy="109728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↑</a:t>
            </a:r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(i,E) = Σ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ν</a:t>
            </a:r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|u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iν</a:t>
            </a:r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|² L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(E − E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ν</a:t>
            </a:r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10607040" cy="1005840"/>
          </a:xfrm>
          <a:prstGeom prst="round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337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pPr algn="ctr" indent="0" marL="0">
              <a:buNone/>
            </a:pPr>
            <a:r>
              <a:rPr lang="en-US" sz="3100" baseline="-400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pPr algn="ctr" indent="0" marL="0">
              <a:buNone/>
            </a:pPr>
            <a:r>
              <a:rPr lang="en-US" sz="31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(x) = η / [π(x² + η²)]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914400" y="4800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单自旋  /  全部 2N 态一次  /  无限窗积分为 1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两种求和公式，必须二选一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 Nambu double counting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828800"/>
            <a:ext cx="82296" cy="33832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 A：全谱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2N 个态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仅用电子分量 |u|²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本课代码采用此式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120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82296" cy="33832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 B：正能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355080" y="288036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Eν&gt;0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|u|² 在 +Eν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|v|² 在 −Eν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全谱公式后再加负能伙伴，会重复计数。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边界改变局部谱权重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vs center LDOS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3_bdg_uniform\results\boundary_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1260" y="1463040"/>
            <a:ext cx="7239000" cy="4343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中心有限窗积分约 0.986922；不要人为归一化掩盖尾部。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尺寸与展宽分开改变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Finite size and spectral broadening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3_bdg_uniform\results\size_and_broad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760" y="1463040"/>
            <a:ext cx="9652000" cy="4343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先固定 η 扫 N，再固定 N 扫 η；看原始本征值而非只看曲线。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标量杂质：改变权重，不造零模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Nonmagnetic scalar impurity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3_bdg_uniform\results\impurity_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760" y="1463040"/>
            <a:ext cx="9652000" cy="4343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U=2J 时最低正能约 0.254064J ≥ |Δ|；Δ 未自洽更新。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不要从一个谱峰跳到机制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model cannot establish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82296" cy="338328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开放边界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不自动产生拓扑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不自动产生 Majorana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82296" cy="338328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谱峰 / 尾部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9432" y="288036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 Eν、η 和 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不凭画图判断束缚态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82296" cy="338328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30184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Δ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30184" y="288036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证明本模型有隙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不能反推配对媒介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YSR 态需要磁性模型；拓扑结论需要额外不变量与稳定性分析。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按同一流程保存每次实验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Reproducibility workflow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2011680" cy="1005840"/>
          </a:xfrm>
          <a:prstGeom prst="round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模型与单位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999232" y="2331720"/>
            <a:ext cx="2011680" cy="1005840"/>
          </a:xfrm>
          <a:prstGeom prst="round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8104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参数与版本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266944" y="2331720"/>
            <a:ext cx="2011680" cy="1005840"/>
          </a:xfrm>
          <a:prstGeom prst="round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85816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/ 残差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534656" y="2331720"/>
            <a:ext cx="2011680" cy="1005840"/>
          </a:xfrm>
          <a:prstGeom prst="round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53528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图与 CSV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9802368" y="2331720"/>
            <a:ext cx="2011680" cy="1005840"/>
          </a:xfrm>
          <a:prstGeom prst="round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21240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解释与局限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05840" y="4023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300" dirty="0">
                <a:solidFill>
                  <a:srgbClr val="183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test_bdg.py -v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dirty="0">
                <a:solidFill>
                  <a:srgbClr val="183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run_bdg.py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dirty="0">
                <a:solidFill>
                  <a:srgbClr val="183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build_notebook.py</a:t>
            </a:r>
            <a:endParaRPr lang="en-US" sz="2300" dirty="0"/>
          </a:p>
        </p:txBody>
      </p:sp>
      <p:sp>
        <p:nvSpPr>
          <p:cNvPr id="18" name="Shape 15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 重建脚本会覆盖教学文件；个人练习另存独立 Notebook。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本课实际通过了哪些检查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numerical benchmarks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82296" cy="324612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自动测试已通过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解析谱与 LDOS 计数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82296" cy="324612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9432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 代码单元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逐格执行无错误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82296" cy="324612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30184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10⁻¹⁵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30184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解析谱误差量级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双精度数值验证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 examples/03_bdg_uniform/results/validation.json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独立练习，而不是继续堆概念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Exercises with clear acceptance criteria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0972800" cy="3794760"/>
        </p:xfrm>
        <a:graphic>
          <a:graphicData uri="http://schemas.openxmlformats.org/drawingml/2006/table">
            <a:tbl>
              <a:tblPr/>
              <a:tblGrid>
                <a:gridCol w="3840480"/>
                <a:gridCol w="7132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练习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你需要说明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→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正常态块与 ±|ξ|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μ=-0.5 →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能谱对称与电子 LDOS 对称的区别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η 扫 N；固定 N 扫 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离散化、谱尾部、最低正能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标量杂质 U=2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 |E|≥|Δ|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能否输出 Al 的 Tc？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缺少自洽与材料 EPC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交付一页记录：基底 + 参数 + 推导 + 三项误差 + 局限。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模型与材料是两条相连的路线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BdG vs first-principles superconductivity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828800"/>
            <a:ext cx="82296" cy="347472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模型路线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BCS → 固定 Δ 的 BdG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自洽空间问题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基底与权重是关键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82296" cy="347472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103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材料路线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355080" y="288036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 → DFPT → EPC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Eliashberg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网格与展宽是关键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两边都要求收敛与验证；本次尚未完成材料 Tc 预测。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Al：真实集群单变量扫描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 cutoff scan · Slurm JobID 313292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3931920"/>
        </p:xfrm>
        <a:graphic>
          <a:graphicData uri="http://schemas.openxmlformats.org/drawingml/2006/table">
            <a:tbl>
              <a:tblPr/>
              <a:tblGrid>
                <a:gridCol w="2743200"/>
                <a:gridCol w="4297680"/>
                <a:gridCol w="38404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ecutwfc / 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/ 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|ΔE| / meV·atom⁻¹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−39.50300654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0.793348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−39.50303898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0.351979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−39.50305397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0.148030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−39.50305990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0.067348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−39.50306485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0（有限参考）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109728" marB="109728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ecutrho=640 Ry，k=8³，mv degauss=0.02 Ry；每胞一个 Al。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总能阈值 ≠ 声子或 Tc 收敛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Finite-reference energy criterion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pic>
        <p:nvPicPr>
          <p:cNvPr id="7" name="Image 0" descr="G:\codex\superconductor_bdg_work\examples\04_qe_al_cutoff\results\cutoff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7389"/>
            <a:ext cx="10881360" cy="415470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Ry 达到 1 meV/原子有限参考目标；尚未验证 k、展宽、ecutrho 和声子。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7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下一步：先验收，再分流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 and dependency order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82296" cy="33375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/ 模型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独立推导与参数扫描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自洽 BdG 的设计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空间非均匀练习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82296" cy="333756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 / 集群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9432" y="28803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网格与展宽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ecutrho、几何、声子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EPC / Eliashberg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82296" cy="33375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30184" y="2103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 / 复现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30184" y="28803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一篇原始论文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一个明确图号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参数、原图与误差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38912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一次只推进一个可验收问题；后续计划不写成已完成。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EC9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8992" y="320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保持基底、误差和证据清楚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8992" y="9418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 and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BdG 第二课  /  2026-10-03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先写基底，再写矩阵。</a:t>
            </a:r>
            <a:endParaRPr lang="en-US" sz="29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先做验证，再解释谱峰。</a:t>
            </a:r>
            <a:endParaRPr lang="en-US" sz="29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2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先完成收敛，再讨论材料 Tc。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BCS: doi.org/10.1103/PhysRev.108.1175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Kwant: kwant-project.org/doc/1/tutorial/superconductors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QE: quantum-espresso.org/Doc/INPUT_PW.html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EPW: docs.epw-code.org/tutorials/tutorial_04/index.html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BdG超导理论与计算入门</dc:title>
  <dc:subject>Fixed-gap spin-singlet BdG and an Al cutoff benchmark</dc:subject>
  <dc:creator>work_superconductor</dc:creator>
  <cp:lastModifiedBy>work_superconductor</cp:lastModifiedBy>
  <cp:revision>1</cp:revision>
  <dcterms:created xsi:type="dcterms:W3CDTF">2026-10-03T17:37:20Z</dcterms:created>
  <dcterms:modified xsi:type="dcterms:W3CDTF">2026-10-03T17:37:20Z</dcterms:modified>
</cp:coreProperties>
</file>