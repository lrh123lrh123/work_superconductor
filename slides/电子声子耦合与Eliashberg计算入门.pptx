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本课连接已有 BCS 与 BdG 学习包，把常数配对相互作用扩展到含频率结构的核。内容分为官方 Al 数据后处理、原创 Einstein 虚轴模型和真实 Pb 小型软件回归。三种结果不混为一个材料预测。本轮不扩展网格、截断能或展宽扫描。讲义给完整公式，课件突出理解路径与验证边界。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文件来自固定 QE 提交，并非我们此前 SCF 产生的 EPC。Einstein 解包含有限频率截断，是原创模型教学，不拟合 Pb。Pb 在集群重新做 SCF、NSCF 和 EPW，复用官方 DFPT，只有粗网格回归对照。理解来源和范围，比把它们拼成一个看似完整的第一性原理 Tc 链条更重要。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DFT 描述基态电子结构，DFPT 给位移响应和声子，Wannier 表示使矩阵元可插值，细网格求和给谱，谱再决定虚轴配对核。每一箭头需要文件、规范与单位的一致性。当前 Pb 小例跳过自有 DFPT，使用官方保存数据，所以流程跑通不代表每个环节都从零复算，也不是收敛认证。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哈密顿量中的 g 连接电子从 k 到 k+q 和声子的吸收或发射。频率描述声子能量，矩阵元描述散射强度。势的一阶位移响应、声子极化和电子波函数共同决定 g。迟滞意味着有效作用带有频率差结构。严格归一化可对照 EPW Theory，课件用示意表达强调信息来源而非另写未验证矩阵元代码。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声子 DOS 只数模式，alpha2F 还包含散射矩阵元平方以及费米面电子权重。因此同样声子 DOS 不保证同样 lambda。积分还有一除以能量的权重，低能部分可能对耦合贡献很大。不要根据某个 DOS 高峰直接断言主导配对，也不要把归一化不同的 DOS 数值当作谱函数输入。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本课用声子能量 Omega 等于 hbar omega，单位 meV。Ry 到 meV 横轴缩放在 dOmega/Omega 中抵消，所以本数据 convention 的 alpha2F 不额外缩放。DOS 的积分要保持模式数，因此纵轴除以换算系数。其他代码如采用另一谱密度定义，需重新做量纲分析，不能照抄本表。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 是无量纲积分。对数矩计算时要用参考能量使对数自变量无量纲，本课取一 meV，最终值不依赖参考能量。Omega2 是二阶矩平方根，不是二阶矩本身。数据积分只到首尾，不外推低频，零频拒绝直接除法。累计 lambda 让我们看到不同能段的贡献，不从曲线的单个最高峰判断耦合。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三个图由固定提交的官方 Al 数字表重绘。左图是谱函数，中图是累计耦合，右图是声子 DOS，并已正确把一每 Ry 转为一每 meV。数据来源有许可和 SHA256。此前 Al SCF 和 Gamma 声子并不产生这张完整谱，不能将这张官方数据图说成自己的材料计算结果。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这不是通过调参消掉误差。官方参考对均匀格点采用完整格点宽度矩形求和，梯形把端点权重减半。Al 文件末端谱不为零，所以两种离散结果有小差异。按官方规则重建 lambda 约三乘十的负十五次误差，只是同数据代数一致性，不代表材料精度达到机器精度，也不替代低频区间审查。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 Omega log 前因子的 base 是修正 McMillan 表达，不是原始 Debye 前因子。完整 Allen Dynes 还乘 f1 f2，考虑强耦合和谱形。这里用 Al 参考与 mu star 零点一算两种公式示例，结果并非自己的 Al 材料预测。实现检查指数分母非正时失败，而不是返回一个没有适用意义的临界温度。来源是 Allen Dynes PRB 12,905。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单模式 alpha2F 取 lambda OmegaE 除以二乘 delta，使耦合积分恰为 lambda。代入虚频核可解析得到 lambda OmegaE 平方除以 OmegaE 平方加 nu 平方。K 是偶函数，零频值为 lambda，大频率差下降。这个模型提供独立核检查，不是把真实 Pb 频谱替换为一个峰再假装预测实验。参数固定 lambda 一，OmegaE 十 meV。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费米 Matsubara 能量是二n加一乘 pi kBT。Z 是正常自能中的频率重整化函数，phi 是异常自能，Delta 等于 phi 除以 Z。Z 不能与电子谱中的准粒子权重直接当作同名量。本课固定九十六个正虚频和库仑截止一百 meV，不扫描它们。最大虚频随温度改变，未证明无限截止极限。最低虚频 Delta 不是实轴激发能隙。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负虚频索引是负m减一，wm 为奇函数而 Delta 是偶函数。因此正常方程中两个核相减，配对方程相加，库仑排斥在正负频率中都贡献，得到因子二。这些符号影响 Tc，不只是写法。本课单元测试用同截断的完整正负求和独立检验折叠实现，避免两个代码函数共享同一个符号错误却相互通过。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先在 Delta 为零的正常态求 Z，再构造线性配对矩阵。Delta 等于 B Delta 的非零解要求本征值一。本课跟踪最大实本征值，不用最大绝对值，因大负本征值不是该分支吸引。二分前必须有超导低温界和正常高温界，返回有限 bracket。搜索宽度并不等于模型或材料误差。代码还检查本征对残差。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先用线性本征值判断选取的分支。低温以非零初值迭代，按原非线性表达更新 Z 与 Delta，用零点三混合稳定迭代。残差定义为未混合更新减当前值，Delta 小于一乘十的负八 meV，Z 小于十的负九。若只看混合后的差，小混合因子会伪装收敛。高温返回正常态，并不靠零初值证明低温没有超导。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图显示固定模型的最低虚频 Delta 与最大实本征值随物理温度变化。改变温度是为了学习序参量，不是 DFT 采样密度、截断或展宽扫描。临界区间在图上标记。高温正常态返回零 Delta。不能把这个约九点二六 K 的数称为真实 Pb 的 Tc，也不能将最低虚频数值当实轴能隙来计算实验强耦合比例。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左图是虚轴配对函数，右图是 Z。高虚频部分可以出现符号结构，不应自动剪裁负 Delta；非负约束仅针对物理谱 alpha2F，不针对这条配对函数。残差已满足声明阈值，但未做解析延拓，所以图不能直接当隧穿能隙或实轴 DOS。读图时同时说出温度、固定频率截断和库仑截止。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 Pb 小回归粗 k/q 三立方，细 k/q 六立方，六十 Ry，标量相对论无 SOC。SCF NSCF EPW 都实际运行，DFPT 是上游参考。最终 Job 313836 COMPLETED，四十三秒，四 MPI。前两次物理程序已结束但检查器失败，全部留痕。lambda 对照上游差八乘十的负七，说明该标量软件回归通过，而非生产级材料 EPC 或 Tc 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谱有五百数字行及文字尾部，首列 meV，后十列不同谱展宽。本课只分析第一谱列零点零五 meV，不展开列作为收敛扫描。模式 q lambda 为零点一六零八七九七，谱积分略不同但匹配尾部。原始完整数字源用 Job 313824 物理输出，最终成功 Job 313836 谱哈希相同。不把旧日志改名为新作业，不删除 divide by zero 等警告。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下一阶段按 Allen Dynes 原文、EPW 理论和 Margine Giustino PRB 87,024505 阅读。先写符号约定、各向异性到各向同性平均和失去的信息，然后选择明确图号、数据来源和误差标准。当前已完成方程级模型和软件回归，尚未完成原论文图表。独立练习是手算单位、解释库仑因子二、说明残差并写一条未完成材料证据，不继续 DFT 收敛扫描。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电子声子耦合与 Eliashberg 计算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Electron-Phonon Coupling and Migdal-Eliashberg Theory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从一个常数，走向一个谱。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从一个数字，走向一条证据链。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868680" y="4251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谱函数 → 配对核 → 虚轴方程 → 基准与局限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中文教程 / Python / 8 格 Notebook / 20 页课件 / 真实集群记录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三个练习，三种证据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data, teaching model and software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73152" cy="31546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06654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 官方参考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9536" y="2926080"/>
            <a:ext cx="30358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离线谱积分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单位与矩形求和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不是新 Al EPC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73152" cy="315468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06654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Einstein 模型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90288" y="2926080"/>
            <a:ext cx="30358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线性与非线性方程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96 正虚频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Pb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73152" cy="31546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06654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 真实集群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321040" y="2926080"/>
            <a:ext cx="30358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 SCF/NSCF/EPW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DFPT 数据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不是收敛 Tc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计算完成、基准对照、材料可信与原论文图表复现是不同层次。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材料计算里，信息怎样流动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DFT → DFPT → Wannier → EPC → Eliashberg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电子态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670048" y="2944368"/>
            <a:ext cx="228600" cy="365760"/>
          </a:xfrm>
          <a:prstGeom prst="chevron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9232" y="228600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36392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DFPT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136392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位移响应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37760" y="2944368"/>
            <a:ext cx="228600" cy="365760"/>
          </a:xfrm>
          <a:prstGeom prst="chevron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66944" y="228600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04104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Wannier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5404104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局域表示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205472" y="2944368"/>
            <a:ext cx="228600" cy="365760"/>
          </a:xfrm>
          <a:prstGeom prst="chevron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34656" y="2286000"/>
            <a:ext cx="1874520" cy="192024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71816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EPC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7671816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谱与 λ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473184" y="2944368"/>
            <a:ext cx="228600" cy="365760"/>
          </a:xfrm>
          <a:prstGeom prst="chevron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02368" y="228600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9528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Eliashberg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9939528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与 Z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插值提升求和效率，不保证粗网格中缺失的信息自动恢复。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矩阵元 g：不能只看声子频率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Electron-phonon scattering vertex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10698480" cy="105156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029968"/>
            <a:ext cx="10241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Hₑₚ ∼ Σ g c† c (b + b†)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5029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337560"/>
            <a:ext cx="73152" cy="214884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575304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电子态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2416" y="4434840"/>
            <a:ext cx="45902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→ k+q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费米面附近的散射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3337560"/>
            <a:ext cx="5029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337560"/>
            <a:ext cx="73152" cy="214884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3575304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声子响应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45936" y="4434840"/>
            <a:ext cx="45902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 + 极化 + 势导数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缺一个都不够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声子 DOS ≠ Eliashberg 谱函数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Phonon DOS versus alpha2F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5074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73152" cy="33375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06654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F(Ω)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96696" y="2926080"/>
            <a:ext cx="463600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有哪些声子模式？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纵轴通常 1/能量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不含完整 EPC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074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828800"/>
            <a:ext cx="73152" cy="33375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5936" y="206654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α²F(Ω)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45936" y="2926080"/>
            <a:ext cx="463600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哪些模式强烈散射？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|g|² 与电子权重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本约定纵轴无量纲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DOS，可以对应不同 λ；大峰不自动等于最大配对贡献。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先做单位检查，再算任何积分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Energy-axis conventions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474720"/>
        </p:xfrm>
        <a:graphic>
          <a:graphicData uri="http://schemas.openxmlformats.org/drawingml/2006/table">
            <a:tbl>
              <a:tblPr/>
              <a:tblGrid>
                <a:gridCol w="2834640"/>
                <a:gridCol w="301752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本课单位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换算要点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Ω、Δ、虚频能量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meV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Ry = 13605.693123 meV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α²F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无量纲（此约定）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只改横轴，不改 A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声子 DOS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1/meV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 1/Ry 值除以换算系数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λ、Z、μ*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μ* 不是化学势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所有读入要求显式单位、列号和格式，不猜测文件含义。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三个谱矩：权重各不相同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Coupling, logarithmic moment and RMS energy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847088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 = 2 ∫ A(Ω) / Ω dΩ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731520" y="2743200"/>
            <a:ext cx="10698480" cy="96012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944368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Ωlog = E₀ exp[ (2/λ) ∫ (A/Ω) ln(Ω/E₀) dΩ ]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133088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Ω₂ = [ (2/λ) ∫ A(Ω) Ω dΩ ]¹ᐟ²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积分区间、零频极限与非负谱检查要写清楚，不静默修补。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Al：由官方数字表重建谱矩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Pinned QE reference, not our earlier Al SCF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pic>
        <p:nvPicPr>
          <p:cNvPr id="7" name="Image 0" descr="G:\codex\epc_work\examples\06_epc_eliashberg\results\al_spectral_mo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88998"/>
            <a:ext cx="10881360" cy="34457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梯形积分：λ = 0.39621339，Ωlog = 26.53072 meV。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0.396213 与 0.396392：哪里不同？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 the quadrature before judging reproduction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5074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73152" cy="33832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06654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梯形规则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96696" y="2926080"/>
            <a:ext cx="463600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0.39621339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首尾权重各半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覆盖格点首尾区间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074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828800"/>
            <a:ext cx="73152" cy="33832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5936" y="206654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官方格点规则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45936" y="2926080"/>
            <a:ext cx="463600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0.39639151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每点完整格点宽度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重建原谱积分输出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先对齐单位、对象、端点与积分规则，再讨论误差。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 Tc 公式 ≠ Eliashberg 方程解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McMillan and full Allen-Dynes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38528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Tcᴬᴰ = f₁ f₂ × [ Ωlog / (1.2 kB) ] × exp(…)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777240" y="3246120"/>
            <a:ext cx="5074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246120"/>
            <a:ext cx="73152" cy="214884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348386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 McMillan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96696" y="4343400"/>
            <a:ext cx="46360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1.22385 K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f₁ / f₂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3246120"/>
            <a:ext cx="5074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246120"/>
            <a:ext cx="73152" cy="214884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348386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Allen-Dynes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45936" y="4343400"/>
            <a:ext cx="46360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1.24167 K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μ* = 0.1（假设）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一个可解析核：Einstein 单模式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Analytical retarded kernel for an independent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892808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A(Ω) = λ ΩE δ(Ω − ΩE) / 2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31520" y="2880360"/>
            <a:ext cx="10698480" cy="96012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081528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K(ν) = λ ΩE² / (ΩE² + ν²)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14400" y="4572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K(0) = λ     K(ν) = K(−ν)     大频率差 → 小作用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这是独立教学模型，不是 Al 或 Pb 的拟合谱。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虚轴未知量：Δ、Z 与 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Imaginary-axis functions and Matsubara energies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83080"/>
            <a:ext cx="10698480" cy="100584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84248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wₙ = (2n + 1) π kB T       φₙ = Zₙ Δₙ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3063240"/>
            <a:ext cx="5074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63240"/>
            <a:ext cx="73152" cy="256032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330098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固定离散模型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96696" y="4160520"/>
            <a:ext cx="4636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 个正虚频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Ωc = 100 meV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μ* = 0.1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3063240"/>
            <a:ext cx="5074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063240"/>
            <a:ext cx="73152" cy="256032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330098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不做的推断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45936" y="4160520"/>
            <a:ext cx="4636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Δ(iw₀) ≠ 实轴能隙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未做解析延拓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未证截止收敛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正频率折叠：别丢掉库仑因子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 positive and negative frequencies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10698480" cy="96012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38528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K⁻ₙₘ = K(wₙ − wₘ)     K⁺ₙₘ = K(wₙ + wₘ)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777240" y="324612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246120"/>
            <a:ext cx="73152" cy="228600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348386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正常项 Z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96696" y="4343400"/>
            <a:ext cx="4636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K⁻ − K⁺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负频率 w 改变符号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324612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246120"/>
            <a:ext cx="73152" cy="228600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3483864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配对项 Δ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45936" y="4343400"/>
            <a:ext cx="4636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K⁻ + K⁺ − 2μ*θ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偶频配对，库仑计两次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临界点：最大实本征值达到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Linearized instability, not largest absolute eigenvalue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83080"/>
            <a:ext cx="10698480" cy="100584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84248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 = B(T) Δ       ρreal,max[B(Tc)] = 1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低温端：ρ &gt; 1           高温端：ρ ≤ 1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14400" y="4251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有限模型 Tc 区间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[9.26050, 9.26611] K</a:t>
            </a:r>
            <a:endParaRPr lang="en-US" sz="29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bracket 宽度是二分容差，不是物理误差棒。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非线性方程：检查原残差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 point, mixing and the normal branch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73152" cy="31546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06654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建立分支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9536" y="2926080"/>
            <a:ext cx="30358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ρ &gt; 1：非零初值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ρ ≤ 1：正常态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避免零初值假结论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73152" cy="315468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06654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更新与混合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90288" y="2926080"/>
            <a:ext cx="30358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算新 Δ / Z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混合比例 0.3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达到上限就报错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73152" cy="31546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066544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原方程残差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321040" y="2926080"/>
            <a:ext cx="30358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|Δnew − Δ| &lt; 10⁻⁸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|Znew − Z| &lt; 10⁻⁹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不是混合后的步长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所有数字只针对所声明的单模式有限求和，不提供普适分支稳定性证明。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温度曲线：模型的配对不稳定性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 Einstein parameters; temperature is a physical variable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pic>
        <p:nvPicPr>
          <p:cNvPr id="7" name="Image 0" descr="G:\codex\epc_work\examples\06_epc_eliashberg\results\einstein_gap_temper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49" y="1554480"/>
            <a:ext cx="10828421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λ=1，ΩE=10 meV，μ*=0.1；不是 Pb，不是材料预测。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K：能隙函数不是一个常数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Frequency-dependent Delta and Z on the imaginary axis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pic>
        <p:nvPicPr>
          <p:cNvPr id="7" name="Image 0" descr="G:\codex\epc_work\examples\06_epc_eliashberg\results\einstein_frequ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49" y="1554480"/>
            <a:ext cx="10828421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Δ(iw) 与实轴激发能隙不同；本课没有 Padé 延拓或隧穿 DOS。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 集群：跑通小回归，不预测材料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 SCF/NSCF/EPW, reused official DFPT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352044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 / 边界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 / NSCF / EPW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真实运行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MPI，QE 7.5 / EPW 6.0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DFPT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官方参考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未从零重算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 → 细 k/q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3³ → 6³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固定回归，无 SOC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 Job 313836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0:0，43 秒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前两次 FAILED 身份和浮点警告保留；没有密度或截断扫描。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 谱：先读格式，再对照同一对象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Legacy EPW spectrum, first column selected explicitly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pic>
        <p:nvPicPr>
          <p:cNvPr id="7" name="Image 0" descr="G:\codex\epc_work\examples\06_epc_eliashberg\results\pb_regression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49" y="1554480"/>
            <a:ext cx="10828421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λq=0.1608797；官方回归 0.1608789；谱积分 0.16088553。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下一步：先复现方程，再选择原图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96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Equation-level learning before a paper figure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/ EPC 与 Eliashberg / 2026-10-04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手算谱矩与单位</a:t>
            </a:r>
            <a:endParaRPr lang="en-US" sz="2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推导折叠中的因子 2</a:t>
            </a:r>
            <a:endParaRPr lang="en-US" sz="2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写下证据边界与论文目标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6868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阅读：Allen–Dynes (1975) / EPW Theory / Margine–Giustino (2013)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配套：详细中文讲义、已执行 Notebook、测试、源文件与许可。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电子声子耦合与Eliashberg计算入门</dc:title>
  <dc:subject>PptxGenJS Presentation</dc:subject>
  <dc:creator>work_superconductor</dc:creator>
  <cp:lastModifiedBy>work_superconductor</cp:lastModifiedBy>
  <cp:revision>1</cp:revision>
  <dcterms:created xsi:type="dcterms:W3CDTF">2026-10-04T14:24:07Z</dcterms:created>
  <dcterms:modified xsi:type="dcterms:W3CDTF">2026-10-04T14:24:07Z</dcterms:modified>
</cp:coreProperties>
</file>