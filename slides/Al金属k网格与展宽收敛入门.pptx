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本课是已有 Al 截断能案例的后续材料计算实验，目标是学习按原始数据判断收敛。使用四种 k 网格和三种冷展宽组成完整交叉设计。所有图由配套分析器从真实集群日志生成。本课不计算声子、电子–声子耦合或临界温度，也不保证所选网格必然足够。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SCF 收敛描述固定参数下迭代方程被求解到阈值，不能消除基组截断或 k 点采样误差。上一案例只扫描波函数截断，本课扫描金属积分。更后面的声子与 EPC 还有各自网格、展宽和插值误差。任何单一成功标志都不能替代这些分层验证。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金属有穿越化学势的能带，零温占据在费米面不连续。有限 k 点对费米面的采样位置会影响积分，网格加密误差未必严格单调。程序利用对称性约化点数，因此网格大小和不可约点数都需要记录。不同偏移或对称性设置不是同一个积分实验。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QE degauss 使用 Ry 单位。本课三个宽度分别约零点二七、零点一四和零点零七 eV。冷展宽是积分与占据平滑方法，不能除以 Boltzmann 常数后称为真实电子温度。Fermi–Dirac 占据是另一个选项。这里的展宽也不等于 BdG 的洛伦兹 LDOS 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四乘三交叉设计使每个展宽平面都有完整网格扫描。横向比较相同 sigma 的 k 点变化，纵向比较固定 k 的展宽敏感性。截断能、赝势、结构、能带数和偏移都固定。显式六条能带等于上一案例默认实际输出，不在这里额外扫描空带需求。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Quantum ESPRESSO 的此类输出给出 total energy F、smearing contribution C=-TS 和内部能 E。用 E 等于 F 减 C 检查打印一致性。冷展宽中的类熵项不能按真实 Fermi–Dirac 热力学熵解释。跨 sigma 的差不能全部称为零温误差，也不任意套用平均 F 与 E 的所谓修正。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本节事先约定零点一 meV 每原子、零点一 kbar 和五 meV 的三个教学标准。它们不是所有材料任务的通用推荐。候选点及所有更高测试点要同时通过，且不能仅剩参考自己。这样既排除非单调偶然接近，也保留总能通过而压力失败的情况。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这张热图由所有十二个原始输出计算，每行使用自己的二十立方参考。右列为零是定义。横向看 k 点误差变化，纵向只观察网格与展宽联动，不将不同 sigma 共用能量基线。图中的颜色不能替代压力与 Fermi energy 的额外标准。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图的三个面板分别比较 F、压力与 Fermi energy 的同展宽差。虚线为预设阈值。即使总能相对稳定，压力或费米能仍可能敏感。本次明确允许得出没有联合候选的结果，不根据计算成本改动阈值。下一步应由失败观测量决定补算方向。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固定本次最高 k 点网格绘制三种展宽结果，只能描述敏感性。若最高网格对窄展宽尚未被证明足够，则不能将窄展宽的数值当成更真实结果。图中能差以最小已测 sigma 为绘图基线，不称作零温真实误差，也没有进行外推拟合。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由机器可读分析报告自动填入，每个展宽一行。没有候选时写未证明，而不是机械推荐参考网格。共同候选也只能表示本次有限参考和所选观测量下的证据。即使有候选，后续仍需更密锚点、截断能、密度截断和几何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本页总结数值实验常见失败。参考自身零差不是收敛证明，粗网格下缩小展宽不保证精确，SCF 正常结束也不说明积分够密。这些边界均在测试与教程中表达。保持失败结果可追溯，才能规划下一轮补算，而不是隐藏不方便的数据。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所有小型日志与来源哈希保存在仓库，可在本地重新分析，无需每次登录集群。八项单元测试检验失败关闭、联合判据与最终本征求解警告。六格 Notebook 已执行，适合改变阈值做敏感性练习，但不覆盖归档标准。每次计算使用新的目录和实际作业号，不能沿用旧身份。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如果本次没有联合候选，优先扩展更密 k 点参考，同时对窄展宽进行联动检查。然后重新检验截断能、电荷密度截断和几何，随后再讨论有限 q 声子与电子–声子耦合。独立练习需手算一组能差、解释一次失败和能量定义。官方文档与原始方法来源放在中文教程中，不复制论文图。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 金属 k 网格与展宽收敛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78408"/>
            <a:ext cx="10241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Metallic k-point sampling and cold smearing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Al 材料计算收敛  /  2026-10-03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" y="196596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不是找一个漂亮数字，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而是建立可信的误差证据。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68680" y="4206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组真实 SCF  /  JobID 313714  /  固定 60/640 Ry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868680" y="5303520"/>
            <a:ext cx="3657600" cy="13716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5303520"/>
            <a:ext cx="3657600" cy="13716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三种收敛，不要混成一种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78408"/>
            <a:ext cx="10241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Iteration, basis set and Brillouin-zone sampling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Al 材料计算收敛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208483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SCF 迭代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59536" y="2898648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accuracy / residual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固定问题是否求稳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370832" y="182880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828800"/>
            <a:ext cx="73152" cy="3108960"/>
          </a:xfrm>
          <a:prstGeom prst="rect">
            <a:avLst/>
          </a:prstGeom>
          <a:solidFill>
            <a:srgbClr val="857140"/>
          </a:solidFill>
          <a:ln w="12700">
            <a:solidFill>
              <a:srgbClr val="8571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208483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8571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平面波基组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590288" y="2898648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ecutwfc / ecutrho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截断近似是否够用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101584" y="182880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01584" y="1828800"/>
            <a:ext cx="73152" cy="310896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08483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金属积分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321040" y="2898648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mesh / degauss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费米面是否采样充分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58887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SCF 达标、基组收敛、k 采样收敛与声子 / EPC / Tc 收敛是不同检查。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金属费米面让积分更敏感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78408"/>
            <a:ext cx="10241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Fermi-surface sampling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Al 材料计算收敛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" y="1828800"/>
            <a:ext cx="5074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828800"/>
            <a:ext cx="73152" cy="320040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6696" y="2084832"/>
            <a:ext cx="4636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零温占据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996696" y="2898648"/>
            <a:ext cx="46360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费米面附近突变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粗网格可能漏掉细节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126480" y="1828800"/>
            <a:ext cx="5074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0" y="1828800"/>
            <a:ext cx="73152" cy="320040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45936" y="2084832"/>
            <a:ext cx="4636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有限采样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345936" y="2898648"/>
            <a:ext cx="46360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N³ 是原始网格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不等于不可约点数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shift=1,1,1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58887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不要要求结果严格单调；偶然接近参考也可能是假收敛。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 不是 eV；冷展宽不是 Tc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78408"/>
            <a:ext cx="10241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Smearing width and physical temperature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Al 材料计算收敛  /  2026-10-03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3017520"/>
        </p:xfrm>
        <a:graphic>
          <a:graphicData uri="http://schemas.openxmlformats.org/drawingml/2006/table">
            <a:tbl>
              <a:tblPr/>
              <a:tblGrid>
                <a:gridCol w="3017520"/>
                <a:gridCol w="3657600"/>
                <a:gridCol w="4206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degauss / Ry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能量宽度 / eV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本课用途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0.020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0.272113862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Cold smearing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0.010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0.136056931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金属积分平滑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0.005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0.068028466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 k 网格交叉检验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887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 / cold ≠ Fermi–Dirac 温度；degauss ≠ BdG η ≠ Tc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4×3 交叉设计，一次只解释一条线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78408"/>
            <a:ext cx="10241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Controlled scan design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Al 材料计算收敛  /  2026-10-03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3429000"/>
        </p:xfrm>
        <a:graphic>
          <a:graphicData uri="http://schemas.openxmlformats.org/drawingml/2006/table">
            <a:tbl>
              <a:tblPr/>
              <a:tblGrid>
                <a:gridCol w="1920240"/>
                <a:gridCol w="2980944"/>
                <a:gridCol w="2980944"/>
                <a:gridCol w="29992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 mesh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σ=0.020 Ry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σ=0.010 Ry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σ=0.005 Ry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8³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SCF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SCF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SCF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12³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SCF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SCF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SCF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16³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SCF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SCF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SCF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20³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 σ 参考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 σ 参考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 σ 参考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887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60/640 Ry、nbnd=6、fcc 几何与同一 PAW 文件；每组独立 scratch。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先对齐能量定义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78408"/>
            <a:ext cx="10241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Total F, internal E and entropy-like contribution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Al 材料计算收敛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783080"/>
            <a:ext cx="10607040" cy="105156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01168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83B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= −TS     F = E + C     E = F − C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3474720"/>
            <a:ext cx="5074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474720"/>
            <a:ext cx="73152" cy="205740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6696" y="3730752"/>
            <a:ext cx="4636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σ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996696" y="4544568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比较相同积分问题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用各自最密 k 作参考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126480" y="3474720"/>
            <a:ext cx="5074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3474720"/>
            <a:ext cx="73152" cy="205740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45936" y="3730752"/>
            <a:ext cx="4636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 σ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6345936" y="4544568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F、E、C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不直接声称零温外推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阈值先写，结论后算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78408"/>
            <a:ext cx="10241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Predeclared joint acceptance criteria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Al 材料计算收敛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208483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 meV / atom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59536" y="2898648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σ 的 F 差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每胞一个原子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370832" y="182880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828800"/>
            <a:ext cx="73152" cy="3108960"/>
          </a:xfrm>
          <a:prstGeom prst="rect">
            <a:avLst/>
          </a:prstGeom>
          <a:solidFill>
            <a:srgbClr val="857140"/>
          </a:solidFill>
          <a:ln w="12700">
            <a:solidFill>
              <a:srgbClr val="8571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208483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8571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 kbar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590288" y="2898648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σ 的压力差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独立于总能检查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101584" y="182880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01584" y="1828800"/>
            <a:ext cx="73152" cy="310896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08483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meV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321040" y="2898648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σ 的 Fermi 差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相同实现内比较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58887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20³ 是有限参考；参考差为 0，不等于无限网格误差为 0。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热图：只在同一 σ 内比较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78408"/>
            <a:ext cx="10241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Energy error grid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Al 材料计算收敛  /  2026-10-03</a:t>
            </a:r>
            <a:endParaRPr lang="en-US" sz="1000" dirty="0"/>
          </a:p>
        </p:txBody>
      </p:sp>
      <p:pic>
        <p:nvPicPr>
          <p:cNvPr id="7" name="Image 0" descr="G:\codex\superconductor_kmesh_work\examples\05_qe_al_kmesh_smearing\results\energy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885" y="1554480"/>
            <a:ext cx="8667750" cy="4160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887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每行有独立参考；不要把跨 σ 基线差当成 k 采样误差。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三种观测量可能不同步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78408"/>
            <a:ext cx="10241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Energy, pressure and Fermi-level sensitivity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Al 材料计算收敛  /  2026-10-03</a:t>
            </a:r>
            <a:endParaRPr lang="en-US" sz="1000" dirty="0"/>
          </a:p>
        </p:txBody>
      </p:sp>
      <p:pic>
        <p:nvPicPr>
          <p:cNvPr id="7" name="Image 0" descr="G:\codex\superconductor_kmesh_work\examples\05_qe_al_kmesh_smearing\results\kmesh_con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0008"/>
            <a:ext cx="10972800" cy="362946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887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每种展宽各自对照 20³；不通过就保留失败证据。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k 看 σ：不是零宽极限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78408"/>
            <a:ext cx="10241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Smearing sensitivity at the largest tested grid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Al 材料计算收敛  /  2026-10-03</a:t>
            </a:r>
            <a:endParaRPr lang="en-US" sz="1000" dirty="0"/>
          </a:p>
        </p:txBody>
      </p:sp>
      <p:pic>
        <p:nvPicPr>
          <p:cNvPr id="7" name="Image 0" descr="G:\codex\superconductor_kmesh_work\examples\05_qe_al_kmesh_smearing\results\smearing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0008"/>
            <a:ext cx="10972800" cy="362946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8887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 σ 变化同时含占据处理和采样影响；先问 k 对每个 σ 是否足够。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本次联合判据的实际结果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78408"/>
            <a:ext cx="10241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Observed finite-reference outcomes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Al 材料计算收敛  /  2026-10-03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297180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  <a:gridCol w="4846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 / Ry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有限参考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最低联合候选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0.020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20³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未证明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0.010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20³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未证明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0.005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20³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未证明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18872" marR="118872" marT="118872" marB="118872" anchor="ctr">
                    <a:lnL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68680" y="5029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共同候选：无，不能宣称电子积分已收敛。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保留未通过，比假收敛有价值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78408"/>
            <a:ext cx="10241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Failure modes and transparent interpretation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Al 材料计算收敛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828800"/>
            <a:ext cx="73152" cy="3200400"/>
          </a:xfrm>
          <a:prstGeom prst="rect">
            <a:avLst/>
          </a:prstGeom>
          <a:solidFill>
            <a:srgbClr val="C55B43"/>
          </a:solidFill>
          <a:ln w="12700">
            <a:solidFill>
              <a:srgbClr val="C55B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208483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C55B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参考自身为 0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59536" y="2898648"/>
            <a:ext cx="3035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定义，不是精确度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需要更密锚点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370832" y="18288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828800"/>
            <a:ext cx="73152" cy="3200400"/>
          </a:xfrm>
          <a:prstGeom prst="rect">
            <a:avLst/>
          </a:prstGeom>
          <a:solidFill>
            <a:srgbClr val="857140"/>
          </a:solidFill>
          <a:ln w="12700">
            <a:solidFill>
              <a:srgbClr val="8571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208483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8571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越小越好？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590288" y="2898648"/>
            <a:ext cx="3035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 k 可能更不稳定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检查联动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8101584" y="18288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01584" y="1828800"/>
            <a:ext cx="73152" cy="3200400"/>
          </a:xfrm>
          <a:prstGeom prst="rect">
            <a:avLst/>
          </a:prstGeom>
          <a:solidFill>
            <a:srgbClr val="117E83"/>
          </a:solidFill>
          <a:ln w="12700">
            <a:solidFill>
              <a:srgbClr val="117E8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08483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DONE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321040" y="2898648"/>
            <a:ext cx="3035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技术运行完成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不等于科学收敛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58887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完整扫描、成功解析、满足阈值、材料可信，是不同层次。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3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本地可重做的完整链条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78408"/>
            <a:ext cx="10241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Code, notebook and provenance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Al 材料计算收敛  /  2026-10-03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783080"/>
            <a:ext cx="10698480" cy="3520440"/>
          </a:xfrm>
          <a:prstGeom prst="rect">
            <a:avLst/>
          </a:prstGeom>
          <a:solidFill>
            <a:srgbClr val="183B3C"/>
          </a:solidFill>
          <a:ln w="12700">
            <a:solidFill>
              <a:srgbClr val="183B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14884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unittest test_scan.py -v</a:t>
            </a:r>
            <a:endParaRPr lang="en-US" sz="2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collect_results.py</a:t>
            </a:r>
            <a:endParaRPr lang="en-US" sz="2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build_notebook.py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DF5F2"/>
          </a:solidFill>
          <a:ln w="12700">
            <a:solidFill>
              <a:srgbClr val="EDF5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8887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7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output + SHA256 + 输入计划 + CSV + 三图 + 已执行 Notebook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051560" y="31089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下一步由失败证据决定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978408"/>
            <a:ext cx="10241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evidence, not premature Tc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work_superconductor  /  Al 材料计算收敛  /  2026-10-03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7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更密 k 参考 + 展宽联动</a:t>
            </a:r>
            <a:endParaRPr lang="en-US" sz="2800" dirty="0"/>
          </a:p>
          <a:p>
            <a:pPr indent="0" marL="0">
              <a:spcAft>
                <a:spcPts val="17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截断能 / 密度截断 / 几何</a:t>
            </a:r>
            <a:endParaRPr lang="en-US" sz="2800" dirty="0"/>
          </a:p>
          <a:p>
            <a:pPr indent="0" marL="0">
              <a:spcAft>
                <a:spcPts val="17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有限 q 声子 → EPC → Eliashberg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68680" y="46177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独立练习：手算一组差值，解释一个失败，写明一个局限。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B1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来源：QE INPUT_PW / Cold smearing PRL 82, 3296 / HostBridge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Al金属k网格与展宽收敛入门</dc:title>
  <dc:subject>PptxGenJS Presentation</dc:subject>
  <dc:creator>work_superconductor</dc:creator>
  <cp:lastModifiedBy>work_superconductor</cp:lastModifiedBy>
  <cp:revision>1</cp:revision>
  <dcterms:created xsi:type="dcterms:W3CDTF">2026-10-04T00:28:19Z</dcterms:created>
  <dcterms:modified xsi:type="dcterms:W3CDTF">2026-10-04T00:28:19Z</dcterms:modified>
</cp:coreProperties>
</file>